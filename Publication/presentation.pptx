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02E6B-FF53-F421-DDA3-E45853E06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cap="none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приложение </a:t>
            </a:r>
            <a:r>
              <a:rPr lang="en-US" sz="4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TourAgency</a:t>
            </a:r>
            <a:endParaRPr lang="ru-RU" sz="4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C8BB67-2226-C6C7-9476-2048F0846B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Карамов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Д.Э.</a:t>
            </a:r>
          </a:p>
        </p:txBody>
      </p:sp>
    </p:spTree>
    <p:extLst>
      <p:ext uri="{BB962C8B-B14F-4D97-AF65-F5344CB8AC3E}">
        <p14:creationId xmlns:p14="http://schemas.microsoft.com/office/powerpoint/2010/main" val="2537567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28703-DA6C-5A23-7320-42084BC1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AEEAF-9E4C-3034-5150-4D97E85D9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Позволить покупателям ознакомиться с турами компании</a:t>
            </a:r>
          </a:p>
          <a:p>
            <a:r>
              <a:rPr lang="ru-RU" dirty="0"/>
              <a:t>Подобрать наиболее подходящий и удобный дизайн как для пользователя, так и для администратора</a:t>
            </a:r>
          </a:p>
          <a:p>
            <a:r>
              <a:rPr lang="ru-RU" dirty="0"/>
              <a:t>Учесть требования к задаче и реализовать все заданные функции</a:t>
            </a:r>
          </a:p>
          <a:p>
            <a:r>
              <a:rPr lang="ru-RU" dirty="0"/>
              <a:t>Ознакомиться с различными </a:t>
            </a:r>
            <a:r>
              <a:rPr lang="en-US" dirty="0"/>
              <a:t>API</a:t>
            </a:r>
            <a:r>
              <a:rPr lang="ru-RU" dirty="0"/>
              <a:t>, изучить информацию о них и научиться применять их</a:t>
            </a:r>
          </a:p>
        </p:txBody>
      </p:sp>
    </p:spTree>
    <p:extLst>
      <p:ext uri="{BB962C8B-B14F-4D97-AF65-F5344CB8AC3E}">
        <p14:creationId xmlns:p14="http://schemas.microsoft.com/office/powerpoint/2010/main" val="137896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036AC-189D-BAC8-F705-8C223315B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E674C-65E6-03C2-CF29-24A33E9D7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Приложение реализовано с использованием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EditText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TextView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CheckBox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Spinner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ViewPager2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RecyclerView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Переход между экранами осуществляется при помощи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FragmentManager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экраны реализованы фрагментами,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ViewPager2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231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4986B-F951-5926-B0AA-5235829A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23F11E-5B0A-A8A8-88D0-13E3C60B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34028"/>
            <a:ext cx="9084892" cy="1590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26E35-2F35-4EB1-EBEF-37FC5B8EC11A}"/>
              </a:ext>
            </a:extLst>
          </p:cNvPr>
          <p:cNvSpPr txBox="1"/>
          <p:nvPr/>
        </p:nvSpPr>
        <p:spPr>
          <a:xfrm>
            <a:off x="1371600" y="1777799"/>
            <a:ext cx="412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Производительность для пользователя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8444AF-FD62-5779-A9CD-2946A90E4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41870"/>
            <a:ext cx="8668960" cy="1771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86E9C2-CCB4-F28A-4AD1-C6BCA40C3C7F}"/>
              </a:ext>
            </a:extLst>
          </p:cNvPr>
          <p:cNvSpPr txBox="1"/>
          <p:nvPr/>
        </p:nvSpPr>
        <p:spPr>
          <a:xfrm>
            <a:off x="1371600" y="4281443"/>
            <a:ext cx="433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Производительность для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204476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3D004-40E3-E763-9048-41AEC54B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C7468C-6F5E-E57F-76D1-3FF0B602F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Программа создана при помощи </a:t>
            </a:r>
            <a:r>
              <a:rPr lang="en-US" dirty="0"/>
              <a:t>IDE: Android studio</a:t>
            </a:r>
          </a:p>
          <a:p>
            <a:pPr marL="0" indent="0">
              <a:buNone/>
            </a:pPr>
            <a:r>
              <a:rPr lang="ru-RU" dirty="0"/>
              <a:t>Написана на языке</a:t>
            </a:r>
            <a:r>
              <a:rPr lang="en-US" dirty="0"/>
              <a:t>: Kotlin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MotionLayout</a:t>
            </a:r>
            <a:r>
              <a:rPr lang="ru-RU" dirty="0"/>
              <a:t> в процессе был заменён на </a:t>
            </a:r>
            <a:r>
              <a:rPr lang="en-US" dirty="0"/>
              <a:t>ViewPager2 </a:t>
            </a:r>
            <a:r>
              <a:rPr lang="ru-RU" dirty="0"/>
              <a:t>в связи с его удобством, и </a:t>
            </a:r>
            <a:r>
              <a:rPr lang="ru-RU" dirty="0" err="1"/>
              <a:t>устарением</a:t>
            </a:r>
            <a:r>
              <a:rPr lang="ru-RU" dirty="0"/>
              <a:t> </a:t>
            </a:r>
            <a:r>
              <a:rPr lang="en-US" dirty="0" err="1"/>
              <a:t>MotionLayout</a:t>
            </a:r>
            <a:r>
              <a:rPr lang="ru-RU" dirty="0"/>
              <a:t> </a:t>
            </a:r>
            <a:r>
              <a:rPr lang="en-US" dirty="0"/>
              <a:t>Editor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67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2A970-2572-18F5-BB4F-8ACE83DD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Приложение содержит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D6BDF8-BD97-FC87-654D-B0D888A11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Окно входа по логину и паролю (с проверкой  на существование пользователя)</a:t>
            </a:r>
          </a:p>
          <a:p>
            <a:r>
              <a:rPr lang="ru-RU" dirty="0"/>
              <a:t>Окно регистрации с сохранением созданного пользователя</a:t>
            </a:r>
          </a:p>
          <a:p>
            <a:r>
              <a:rPr lang="ru-RU" dirty="0"/>
              <a:t>Окно купленных туров пользователя</a:t>
            </a:r>
          </a:p>
          <a:p>
            <a:r>
              <a:rPr lang="en-US" dirty="0" err="1"/>
              <a:t>ViewPager</a:t>
            </a:r>
            <a:r>
              <a:rPr lang="ru-RU" dirty="0"/>
              <a:t> с просмотром текущих туров, их ценой, флагом страны в которой этот тур проводится, и актуальной фотографией столицы этой страны</a:t>
            </a:r>
          </a:p>
          <a:p>
            <a:r>
              <a:rPr lang="ru-RU" dirty="0"/>
              <a:t>Окно добавления нового тура (для администратора)</a:t>
            </a:r>
          </a:p>
          <a:p>
            <a:r>
              <a:rPr lang="ru-RU" dirty="0"/>
              <a:t>Окно редактирования пользователей</a:t>
            </a:r>
          </a:p>
          <a:p>
            <a:r>
              <a:rPr lang="ru-RU" dirty="0"/>
              <a:t>Окно редактирования туров</a:t>
            </a:r>
          </a:p>
        </p:txBody>
      </p:sp>
    </p:spTree>
    <p:extLst>
      <p:ext uri="{BB962C8B-B14F-4D97-AF65-F5344CB8AC3E}">
        <p14:creationId xmlns:p14="http://schemas.microsoft.com/office/powerpoint/2010/main" val="325224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5F0B6-30B3-5291-7250-88EF9483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814354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Окно входа в приложение и регистрации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4BC1AA-E9B4-C458-2462-6ED79EB2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204" y="0"/>
            <a:ext cx="30861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F60E29-3035-03CF-BE29-4318BDBB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554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4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7C645-0C2E-91B3-675A-21084DE1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33548"/>
            <a:ext cx="4598126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окна для пользователя и администратора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5277C2-8B07-05E7-F46A-2B4941155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06" y="0"/>
            <a:ext cx="30861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96DF1D-1579-F096-0C77-CB3C0CC78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07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9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1DF17-112A-B01E-0EE9-3D477CBF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154" y="698862"/>
            <a:ext cx="2939143" cy="1485900"/>
          </a:xfrm>
        </p:spPr>
        <p:txBody>
          <a:bodyPr/>
          <a:lstStyle/>
          <a:p>
            <a:r>
              <a:rPr lang="ru-RU" dirty="0"/>
              <a:t>Текущие туры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62D8C0-3429-572C-FA8F-A0847893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41" y="0"/>
            <a:ext cx="30861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14C018-C8F6-10D0-2F43-AE56461C58A7}"/>
              </a:ext>
            </a:extLst>
          </p:cNvPr>
          <p:cNvSpPr txBox="1"/>
          <p:nvPr/>
        </p:nvSpPr>
        <p:spPr>
          <a:xfrm>
            <a:off x="1737154" y="2184762"/>
            <a:ext cx="4358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(Листаются вправо и влево, берут информацию из базы данных </a:t>
            </a:r>
            <a:r>
              <a:rPr lang="en-US" dirty="0"/>
              <a:t>Room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277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F7906-8F5A-B674-7B36-A1371605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43" y="568235"/>
            <a:ext cx="4428309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Окна редактирования для администратора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6F45AA-F6EE-046B-A3FF-FC580413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470" y="-22860"/>
            <a:ext cx="30861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F243A9-C6BA-5353-CA72-0599BB01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876" y="-2286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8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B1183-5337-CF1C-D12B-8E912AD8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C6E94-48EB-DBD9-A255-6144266A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49"/>
            <a:ext cx="9601200" cy="5245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androidx.appcompat:appcompat:1.7.1</a:t>
            </a:r>
            <a:r>
              <a:rPr lang="ru-RU" dirty="0"/>
              <a:t> – Позволяет работать с пользовательским интерфейсом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com.google.android.material:material:1.13.0</a:t>
            </a:r>
            <a:r>
              <a:rPr lang="ru-RU" dirty="0"/>
              <a:t> – Система дизайна, не использована т.к. дизайн приложения простой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androidx.constraintlayout:constraintlayout:2.2.1</a:t>
            </a:r>
            <a:r>
              <a:rPr lang="ru-RU" dirty="0"/>
              <a:t> – Разметка программы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junit:junit:4.13.2</a:t>
            </a:r>
            <a:r>
              <a:rPr lang="ru-RU" dirty="0"/>
              <a:t> – Система для тестирования приложения, не использовалась т.к. программа не нуждается в тестах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androidx.test.ext:junit:1.3.0</a:t>
            </a:r>
            <a:r>
              <a:rPr lang="ru-RU" dirty="0"/>
              <a:t> – дополнение к верхней библиотеке, также не использовано</a:t>
            </a:r>
          </a:p>
          <a:p>
            <a:pPr marL="0" indent="0">
              <a:buNone/>
            </a:pPr>
            <a:r>
              <a:rPr lang="en-US" dirty="0"/>
              <a:t>androidx.test.espresso:espresso-core:3.7.0</a:t>
            </a:r>
            <a:r>
              <a:rPr lang="ru-RU" dirty="0"/>
              <a:t> – используется для </a:t>
            </a:r>
            <a:r>
              <a:rPr lang="en-US" dirty="0"/>
              <a:t>UI</a:t>
            </a:r>
            <a:r>
              <a:rPr lang="ru-RU" dirty="0"/>
              <a:t> тестирования</a:t>
            </a:r>
          </a:p>
          <a:p>
            <a:pPr marL="0" indent="0">
              <a:buNone/>
            </a:pPr>
            <a:r>
              <a:rPr lang="en-US" dirty="0"/>
              <a:t>androidx.room:room-ktx:2.8.4</a:t>
            </a:r>
            <a:r>
              <a:rPr lang="ru-RU" dirty="0"/>
              <a:t> – Используется для создания и использования баз данных</a:t>
            </a:r>
          </a:p>
          <a:p>
            <a:pPr marL="0" indent="0">
              <a:buNone/>
            </a:pPr>
            <a:r>
              <a:rPr lang="en-US" dirty="0"/>
              <a:t>androidx.room:room-runtime:2.8.4</a:t>
            </a:r>
            <a:r>
              <a:rPr lang="ru-RU" dirty="0"/>
              <a:t> – Также для библиотеки </a:t>
            </a:r>
            <a:r>
              <a:rPr lang="en-US" dirty="0"/>
              <a:t>Room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259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8873F-584B-9673-0886-6D5B06A2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25570D-89DF-EF21-1BC9-825C1C1A6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androidx.lifecycle:lifecycle-livedata-ktx:2.10.0«</a:t>
            </a:r>
            <a:r>
              <a:rPr lang="ru-RU" dirty="0"/>
              <a:t> – Для обновления адаптеров с информацией из базы данных</a:t>
            </a:r>
          </a:p>
          <a:p>
            <a:pPr marL="0" indent="0">
              <a:buNone/>
            </a:pPr>
            <a:r>
              <a:rPr lang="en-US" dirty="0"/>
              <a:t>androidx.room:room-compiler:2.8.4</a:t>
            </a:r>
            <a:r>
              <a:rPr lang="ru-RU" dirty="0"/>
              <a:t> – Компилятор для </a:t>
            </a:r>
            <a:r>
              <a:rPr lang="en-US" dirty="0"/>
              <a:t>Room</a:t>
            </a:r>
          </a:p>
          <a:p>
            <a:pPr marL="0" indent="0">
              <a:buNone/>
            </a:pPr>
            <a:r>
              <a:rPr lang="en-US" dirty="0"/>
              <a:t>com.android.volley:volley:1.2.1</a:t>
            </a:r>
            <a:r>
              <a:rPr lang="ru-RU" dirty="0"/>
              <a:t> – Библиотека для работы с </a:t>
            </a:r>
            <a:r>
              <a:rPr lang="en-US" dirty="0"/>
              <a:t>API</a:t>
            </a:r>
            <a:endParaRPr lang="ru-RU" dirty="0"/>
          </a:p>
          <a:p>
            <a:pPr marL="0" indent="0">
              <a:buNone/>
            </a:pPr>
            <a:r>
              <a:rPr lang="it-IT" dirty="0"/>
              <a:t>com.squareup.picasso:picasso:2.71828</a:t>
            </a:r>
            <a:r>
              <a:rPr lang="ru-RU" dirty="0"/>
              <a:t> – Библиотека для установки изображений из ссылок</a:t>
            </a:r>
          </a:p>
          <a:p>
            <a:pPr marL="0" indent="0">
              <a:buNone/>
            </a:pPr>
            <a:r>
              <a:rPr lang="en-US" dirty="0"/>
              <a:t>androidx.viewpager:viewpager:1.1.0</a:t>
            </a:r>
            <a:r>
              <a:rPr lang="ru-RU" dirty="0"/>
              <a:t> – Для перелистывания туров</a:t>
            </a:r>
          </a:p>
          <a:p>
            <a:pPr marL="0" indent="0">
              <a:buNone/>
            </a:pPr>
            <a:r>
              <a:rPr lang="en-US" dirty="0"/>
              <a:t>com.google.code.gson:gson:2.10.1</a:t>
            </a:r>
            <a:r>
              <a:rPr lang="ru-RU" dirty="0"/>
              <a:t> – Для сериализации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11357998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{E9088B6A-8009-4292-B81E-26C36759D41F}TFc3084226-2d0c-440f-9f46-6b48c7a7f6704bbe0077-9f3b6c2d6720</Template>
  <TotalTime>27</TotalTime>
  <Words>433</Words>
  <Application>Microsoft Office PowerPoint</Application>
  <PresentationFormat>Широкоэкранный</PresentationFormat>
  <Paragraphs>53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Уголки</vt:lpstr>
      <vt:lpstr>Разработка приложение TourAgency</vt:lpstr>
      <vt:lpstr>Цель и задачи проекта</vt:lpstr>
      <vt:lpstr>Реализация приложения</vt:lpstr>
      <vt:lpstr>Производительность приложения</vt:lpstr>
      <vt:lpstr>Архитектурные решения</vt:lpstr>
      <vt:lpstr>Приложение содержит:</vt:lpstr>
      <vt:lpstr>Окно входа в приложение и регистрации</vt:lpstr>
      <vt:lpstr>Основные окна для пользователя и администратора</vt:lpstr>
      <vt:lpstr>Текущие туры</vt:lpstr>
      <vt:lpstr>Окна редактирования для администратора</vt:lpstr>
      <vt:lpstr>Использованные библиотеки</vt:lpstr>
      <vt:lpstr>Использованные 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</dc:creator>
  <cp:lastModifiedBy>Damir</cp:lastModifiedBy>
  <cp:revision>2</cp:revision>
  <dcterms:created xsi:type="dcterms:W3CDTF">2025-12-12T11:02:18Z</dcterms:created>
  <dcterms:modified xsi:type="dcterms:W3CDTF">2025-12-12T16:08:51Z</dcterms:modified>
</cp:coreProperties>
</file>