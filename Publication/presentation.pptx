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dirty="0"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dirty="0"/>
              <a:pPr/>
              <a:t>12/12/2025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1A02E6B-FF53-F421-DDA3-E45853E0653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4400" cap="none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приложение </a:t>
            </a:r>
            <a:r>
              <a:rPr lang="en-US" sz="4400" cap="none" dirty="0" err="1">
                <a:latin typeface="Arial" panose="020B0604020202020204" pitchFamily="34" charset="0"/>
                <a:cs typeface="Arial" panose="020B0604020202020204" pitchFamily="34" charset="0"/>
              </a:rPr>
              <a:t>TourAgency</a:t>
            </a:r>
            <a:endParaRPr lang="ru-RU" sz="4400" cap="none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7C8BB67-2226-C6C7-9476-2048F0846B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Карамов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Д.Э.</a:t>
            </a:r>
          </a:p>
        </p:txBody>
      </p:sp>
    </p:spTree>
    <p:extLst>
      <p:ext uri="{BB962C8B-B14F-4D97-AF65-F5344CB8AC3E}">
        <p14:creationId xmlns:p14="http://schemas.microsoft.com/office/powerpoint/2010/main" val="2537567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C036AC-189D-BAC8-F705-8C223315B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Реализация приложения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26E674C-65E6-03C2-CF29-24A33E9D7A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Приложение реализовано с использованием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EditText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TextView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CheckBox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Spinner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Button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ViewPager2</a:t>
            </a:r>
          </a:p>
          <a:p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RecyclerView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Переход между экранами осуществляется при помощи 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FragmentManager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 экраны реализованы фрагментами,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Intent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ViewPager2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42312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EC371C-EE3C-2DFC-F355-1F109F6171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75801" y="643071"/>
            <a:ext cx="2038172" cy="1485900"/>
          </a:xfrm>
        </p:spPr>
        <p:txBody>
          <a:bodyPr/>
          <a:lstStyle/>
          <a:p>
            <a:r>
              <a:rPr lang="ru-RU" dirty="0"/>
              <a:t>Схема классов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E22426D-46A0-D6A3-A996-B9EF2A3A59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4980" y="208877"/>
            <a:ext cx="3544516" cy="6440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7867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34986B-F951-5926-B0AA-5235829A3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приложения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23F11E-5B0A-A8A8-88D0-13E3C60B3B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334028"/>
            <a:ext cx="9084892" cy="159062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3326E35-2F35-4EB1-EBEF-37FC5B8EC11A}"/>
              </a:ext>
            </a:extLst>
          </p:cNvPr>
          <p:cNvSpPr txBox="1"/>
          <p:nvPr/>
        </p:nvSpPr>
        <p:spPr>
          <a:xfrm>
            <a:off x="1371600" y="1777799"/>
            <a:ext cx="4123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Производительность для пользователя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8444AF-FD62-5779-A9CD-2946A90E47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841870"/>
            <a:ext cx="8668960" cy="177189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686E9C2-CCB4-F28A-4AD1-C6BCA40C3C7F}"/>
              </a:ext>
            </a:extLst>
          </p:cNvPr>
          <p:cNvSpPr txBox="1"/>
          <p:nvPr/>
        </p:nvSpPr>
        <p:spPr>
          <a:xfrm>
            <a:off x="1371600" y="4281443"/>
            <a:ext cx="43304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Производительность для администратора</a:t>
            </a:r>
          </a:p>
        </p:txBody>
      </p:sp>
    </p:spTree>
    <p:extLst>
      <p:ext uri="{BB962C8B-B14F-4D97-AF65-F5344CB8AC3E}">
        <p14:creationId xmlns:p14="http://schemas.microsoft.com/office/powerpoint/2010/main" val="2044767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33D004-40E3-E763-9048-41AEC54B7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Архитектурные решения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5C7468C-6F5E-E57F-76D1-3FF0B602F9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Программа создана при помощи </a:t>
            </a:r>
            <a:r>
              <a:rPr lang="en-US" dirty="0"/>
              <a:t>IDE: Android studio</a:t>
            </a:r>
          </a:p>
          <a:p>
            <a:pPr marL="0" indent="0">
              <a:buNone/>
            </a:pPr>
            <a:r>
              <a:rPr lang="ru-RU" dirty="0"/>
              <a:t>Написана на языке</a:t>
            </a:r>
            <a:r>
              <a:rPr lang="en-US" dirty="0"/>
              <a:t>: Kotlin</a:t>
            </a:r>
            <a:endParaRPr lang="ru-RU" dirty="0"/>
          </a:p>
          <a:p>
            <a:pPr marL="0" indent="0">
              <a:buNone/>
            </a:pPr>
            <a:r>
              <a:rPr lang="en-US" dirty="0" err="1"/>
              <a:t>MotionLayout</a:t>
            </a:r>
            <a:r>
              <a:rPr lang="ru-RU" dirty="0"/>
              <a:t> в процессе был заменён на </a:t>
            </a:r>
            <a:r>
              <a:rPr lang="en-US" dirty="0"/>
              <a:t>ViewPager2 </a:t>
            </a:r>
            <a:r>
              <a:rPr lang="ru-RU" dirty="0"/>
              <a:t>в связи с его удобством, и </a:t>
            </a:r>
            <a:r>
              <a:rPr lang="ru-RU" dirty="0" err="1"/>
              <a:t>устарением</a:t>
            </a:r>
            <a:r>
              <a:rPr lang="ru-RU" dirty="0"/>
              <a:t> </a:t>
            </a:r>
            <a:r>
              <a:rPr lang="en-US" dirty="0" err="1"/>
              <a:t>MotionLayout</a:t>
            </a:r>
            <a:r>
              <a:rPr lang="ru-RU" dirty="0"/>
              <a:t> </a:t>
            </a:r>
            <a:r>
              <a:rPr lang="en-US" dirty="0"/>
              <a:t>Editor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26749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BB1183-5337-CF1C-D12B-8E912AD8B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Использованные библиотеки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1C6E94-48EB-DBD9-A255-6144266A3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1428749"/>
            <a:ext cx="9601200" cy="52455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androidx.appcompat:appcompat:1.7.1</a:t>
            </a:r>
            <a:r>
              <a:rPr lang="ru-RU" dirty="0"/>
              <a:t> – Позволяет работать с пользовательским интерфейсом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com.google.android.material:material:1.13.0</a:t>
            </a:r>
            <a:r>
              <a:rPr lang="ru-RU" dirty="0"/>
              <a:t> – Система дизайна, не использована т.к. дизайн приложения простой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androidx.constraintlayout:constraintlayout:2.2.1</a:t>
            </a:r>
            <a:r>
              <a:rPr lang="ru-RU" dirty="0"/>
              <a:t> – Разметка программы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junit:junit:4.13.2</a:t>
            </a:r>
            <a:r>
              <a:rPr lang="ru-RU" dirty="0"/>
              <a:t> – Система для тестирования приложения, не использовалась т.к. программа не нуждается в тестах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androidx.test.ext:junit:1.3.0</a:t>
            </a:r>
            <a:r>
              <a:rPr lang="ru-RU" dirty="0"/>
              <a:t> – дополнение к верхней библиотеке, также не использовано</a:t>
            </a:r>
          </a:p>
          <a:p>
            <a:pPr marL="0" indent="0">
              <a:buNone/>
            </a:pPr>
            <a:r>
              <a:rPr lang="en-US" dirty="0"/>
              <a:t>androidx.test.espresso:espresso-core:3.7.0</a:t>
            </a:r>
            <a:r>
              <a:rPr lang="ru-RU" dirty="0"/>
              <a:t> – используется для </a:t>
            </a:r>
            <a:r>
              <a:rPr lang="en-US" dirty="0"/>
              <a:t>UI</a:t>
            </a:r>
            <a:r>
              <a:rPr lang="ru-RU" dirty="0"/>
              <a:t> тестирования</a:t>
            </a:r>
          </a:p>
          <a:p>
            <a:pPr marL="0" indent="0">
              <a:buNone/>
            </a:pPr>
            <a:r>
              <a:rPr lang="en-US" dirty="0"/>
              <a:t>androidx.room:room-ktx:2.8.4</a:t>
            </a:r>
            <a:r>
              <a:rPr lang="ru-RU" dirty="0"/>
              <a:t> – Используется для создания и использования баз данных</a:t>
            </a:r>
          </a:p>
          <a:p>
            <a:pPr marL="0" indent="0">
              <a:buNone/>
            </a:pPr>
            <a:r>
              <a:rPr lang="en-US" dirty="0"/>
              <a:t>androidx.room:room-runtime:2.8.4</a:t>
            </a:r>
            <a:r>
              <a:rPr lang="ru-RU" dirty="0"/>
              <a:t> – Также для библиотеки </a:t>
            </a:r>
            <a:r>
              <a:rPr lang="en-US" dirty="0"/>
              <a:t>Room</a:t>
            </a: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925920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38873F-584B-9673-0886-6D5B06A25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Использованные библиотеки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125570D-89DF-EF21-1BC9-825C1C1A6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androidx.lifecycle:lifecycle-livedata-ktx:2.10.0«</a:t>
            </a:r>
            <a:r>
              <a:rPr lang="ru-RU" dirty="0"/>
              <a:t> – Для обновления адаптеров с информацией из базы данных</a:t>
            </a:r>
          </a:p>
          <a:p>
            <a:pPr marL="0" indent="0">
              <a:buNone/>
            </a:pPr>
            <a:r>
              <a:rPr lang="en-US" dirty="0"/>
              <a:t>androidx.room:room-compiler:2.8.4</a:t>
            </a:r>
            <a:r>
              <a:rPr lang="ru-RU" dirty="0"/>
              <a:t> – Компилятор для </a:t>
            </a:r>
            <a:r>
              <a:rPr lang="en-US" dirty="0"/>
              <a:t>Room</a:t>
            </a:r>
          </a:p>
          <a:p>
            <a:pPr marL="0" indent="0">
              <a:buNone/>
            </a:pPr>
            <a:r>
              <a:rPr lang="en-US" dirty="0"/>
              <a:t>com.android.volley:volley:1.2.1</a:t>
            </a:r>
            <a:r>
              <a:rPr lang="ru-RU" dirty="0"/>
              <a:t> – Библиотека для работы с </a:t>
            </a:r>
            <a:r>
              <a:rPr lang="en-US" dirty="0"/>
              <a:t>API</a:t>
            </a:r>
            <a:endParaRPr lang="ru-RU" dirty="0"/>
          </a:p>
          <a:p>
            <a:pPr marL="0" indent="0">
              <a:buNone/>
            </a:pPr>
            <a:r>
              <a:rPr lang="it-IT" dirty="0"/>
              <a:t>com.squareup.picasso:picasso:2.71828</a:t>
            </a:r>
            <a:r>
              <a:rPr lang="ru-RU" dirty="0"/>
              <a:t> – Библиотека для установки изображений из ссылок</a:t>
            </a:r>
          </a:p>
          <a:p>
            <a:pPr marL="0" indent="0">
              <a:buNone/>
            </a:pPr>
            <a:r>
              <a:rPr lang="en-US" dirty="0"/>
              <a:t>androidx.viewpager:viewpager:1.1.0</a:t>
            </a:r>
            <a:r>
              <a:rPr lang="ru-RU" dirty="0"/>
              <a:t> – Для перелистывания туров</a:t>
            </a:r>
          </a:p>
          <a:p>
            <a:pPr marL="0" indent="0">
              <a:buNone/>
            </a:pPr>
            <a:r>
              <a:rPr lang="en-US" dirty="0"/>
              <a:t>com.google.code.gson:gson:2.10.1</a:t>
            </a:r>
            <a:r>
              <a:rPr lang="ru-RU" dirty="0"/>
              <a:t> – Для сериализации данных</a:t>
            </a:r>
          </a:p>
        </p:txBody>
      </p:sp>
    </p:spTree>
    <p:extLst>
      <p:ext uri="{BB962C8B-B14F-4D97-AF65-F5344CB8AC3E}">
        <p14:creationId xmlns:p14="http://schemas.microsoft.com/office/powerpoint/2010/main" val="1111357998"/>
      </p:ext>
    </p:extLst>
  </p:cSld>
  <p:clrMapOvr>
    <a:masterClrMapping/>
  </p:clrMapOvr>
</p:sld>
</file>

<file path=ppt/theme/theme1.xml><?xml version="1.0" encoding="utf-8"?>
<a:theme xmlns:a="http://schemas.openxmlformats.org/drawingml/2006/main" name="Уголки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{E9088B6A-8009-4292-B81E-26C36759D41F}TFc3084226-2d0c-440f-9f46-6b48c7a7f6704bbe0077-9f3b6c2d6720</Template>
  <TotalTime>19</TotalTime>
  <Words>296</Words>
  <Application>Microsoft Office PowerPoint</Application>
  <PresentationFormat>Широкоэкранный</PresentationFormat>
  <Paragraphs>36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Arial</vt:lpstr>
      <vt:lpstr>Franklin Gothic Book</vt:lpstr>
      <vt:lpstr>Уголки</vt:lpstr>
      <vt:lpstr>Разработка приложение TourAgency</vt:lpstr>
      <vt:lpstr>Реализация приложения</vt:lpstr>
      <vt:lpstr>Схема классов</vt:lpstr>
      <vt:lpstr>Производительность приложения</vt:lpstr>
      <vt:lpstr>Архитектурные решения</vt:lpstr>
      <vt:lpstr>Использованные библиотеки</vt:lpstr>
      <vt:lpstr>Использованные библиотеки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Damir</dc:creator>
  <cp:lastModifiedBy>Damir</cp:lastModifiedBy>
  <cp:revision>1</cp:revision>
  <dcterms:created xsi:type="dcterms:W3CDTF">2025-12-12T11:02:18Z</dcterms:created>
  <dcterms:modified xsi:type="dcterms:W3CDTF">2025-12-12T11:21:33Z</dcterms:modified>
</cp:coreProperties>
</file>